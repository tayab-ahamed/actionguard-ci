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047749"/>
            <a:ext cx="857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TOPIC 2 · GITHUB CI/CD SECURITY</a:t>
            </a:r>
          </a:p>
        </p:txBody>
      </p:sp>
      <p:sp>
        <p:nvSpPr>
          <p:cNvPr id="3" name="Cover accent"/>
          <p:cNvSpPr/>
          <p:nvPr/>
        </p:nvSpPr>
        <p:spPr>
          <a:xfrm>
            <a:off x="685800" y="3143250"/>
            <a:ext cx="533400" cy="47625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390900"/>
            <a:ext cx="9906000" cy="1600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sz="4950" b="1" i="0" u="none">
                <a:solidFill>
                  <a:srgbClr val="2C2C2B"/>
                </a:solidFill>
                <a:latin typeface="Arial"/>
              </a:rPr>
              <a:t>ActionGuard AutoAudit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24450"/>
            <a:ext cx="7810499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7D7A75"/>
                </a:solidFill>
                <a:latin typeface="Arial"/>
              </a:rPr>
              <a:t>From vulnerability detection to evidence, risk scoring, patch previews, reports, and maintainer notification.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77200" y="630555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7D7A75"/>
                </a:solidFill>
                <a:latin typeface="Arial"/>
              </a:rPr>
              <a:t>Hackathon build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laim accent"/>
          <p:cNvSpPr/>
          <p:nvPr/>
        </p:nvSpPr>
        <p:spPr>
          <a:xfrm>
            <a:off x="685800" y="2381250"/>
            <a:ext cx="533400" cy="47625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628900"/>
            <a:ext cx="1028700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5304"/>
              </a:lnSpc>
              <a:spcBef>
                <a:spcPts val="0"/>
              </a:spcBef>
              <a:spcAft>
                <a:spcPts val="0"/>
              </a:spcAft>
            </a:pPr>
            <a:r>
              <a:rPr sz="5100" b="1" i="0" u="none">
                <a:solidFill>
                  <a:srgbClr val="2C2C2B"/>
                </a:solidFill>
                <a:latin typeface="Arial"/>
              </a:rPr>
              <a:t>A scanner finds problems. ActionGuard closes the audit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295900"/>
            <a:ext cx="7810499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42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 u="none">
                <a:solidFill>
                  <a:srgbClr val="7D7A75"/>
                </a:solidFill>
                <a:latin typeface="Arial"/>
              </a:rPr>
              <a:t>Normalize security evidence, score risk, and produce reviewable remediation.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SYSTEM ARCHITECTURE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One resilient audit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DETECT
Trigger with contents: read. Run zizmor plus focused custom auditors. Isolate missing-tool and scanner failures.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DELIVER
Normalize findings. Calculate scores. Build controlled remediation. Publish HTML, JSON, artifact, and optional email.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DIFFERENTIATOR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Agentic CI risks need dedicated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</a:rPr>
              <a:t>Privilege turns prompt injection into code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AG-AI-001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Issue, PR, or comment text reaches an 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AG-AI-002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Model output is executed as shell commands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AG-AI-003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Comment-triggered action lacks trust validation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91250" y="52197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6" name="Section label"/>
          <p:cNvSpPr txBox="1"/>
          <p:nvPr/>
        </p:nvSpPr>
        <p:spPr>
          <a:xfrm>
            <a:off x="6191250" y="53530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2783DE"/>
                </a:solidFill>
                <a:latin typeface="Arial"/>
              </a:rPr>
              <a:t>AG-AI-004/005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0" y="56007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Write permission or secrets amplify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MVP COVERAGE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Thirteen modules, one normalized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Tool failures are isolated and recorded.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6800"/>
                <a:gridCol w="3606800"/>
                <a:gridCol w="36068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GitHub Actions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zizmor JSON v1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Rule, file, line, severity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Secrets &amp; env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9 patterns + file policy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Redacted evidence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Artifacts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Workflow-aware YAML rules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Safe upload patch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Code &amp; dependencies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Ruff, Bandit, npm, pip-audit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Non-blocking status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Repository hygiene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Required-file checks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Templates and priorities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REMEDIATION CONTROL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2C2C2B"/>
                </a:solidFill>
                <a:latin typeface="Arial"/>
              </a:rPr>
              <a:t>Patch help without unsafe automation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65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4900" y="2571750"/>
            <a:ext cx="381000" cy="38100"/>
          </a:xfrm>
          <a:prstGeom prst="rect">
            <a:avLst/>
          </a:prstGeom>
          <a:solidFill>
            <a:srgbClr val="7D7A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05600" y="2571750"/>
            <a:ext cx="3810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2C2C2B"/>
                </a:solidFill>
                <a:latin typeface="Arial"/>
              </a:rPr>
              <a:t>Safe to suggest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Add ignore patterns, reduce artifact retention, narrow upload paths, add timeouts, and create missing governance files.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2C2C2B"/>
                </a:solidFill>
                <a:latin typeface="Arial"/>
              </a:rPr>
              <a:t>Manual review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7D7A75"/>
                </a:solidFill>
                <a:latin typeface="Arial"/>
              </a:rPr>
              <a:t>Delete committed secrets, rotate credentials, change production triggers, alter write permissions, or execute deployment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DEMO RESULT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The vulnerable fixture produces decisive evidence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292600" y="2400300"/>
            <a:ext cx="0" cy="321945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899400" y="2400300"/>
            <a:ext cx="0" cy="321945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685800" y="39243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4955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783DE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766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Overall score /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623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2600" y="24955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2600" y="32766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Critical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2600" y="35623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9400" y="24955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9400" y="32766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High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9400" y="35623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957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</a:rPr>
              <a:t>5/5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768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Agentic rules triggered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625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2600" y="40957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2600" y="48768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Full secrets printed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2600" y="51625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9400" y="4095750"/>
            <a:ext cx="3111500" cy="723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2C2C2B"/>
                </a:solidFill>
                <a:latin typeface="Arial"/>
              </a:rPr>
              <a:t>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9400" y="4876800"/>
            <a:ext cx="3111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2C2C2B"/>
                </a:solidFill>
                <a:latin typeface="Arial"/>
              </a:rPr>
              <a:t>Normalized findings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9400" y="5162550"/>
            <a:ext cx="31115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91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STRICT BUILD ORDER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Execution followed the required sequence</a:t>
            </a:r>
          </a:p>
        </p:txBody>
      </p:sp>
      <p:cxnSp>
        <p:nvCxnSpPr>
          <p:cNvPr id="5" name="Timeline axis"/>
          <p:cNvCxnSpPr/>
          <p:nvPr/>
        </p:nvCxnSpPr>
        <p:spPr>
          <a:xfrm>
            <a:off x="1428750" y="3733799"/>
            <a:ext cx="9334500" cy="0"/>
          </a:xfrm>
          <a:prstGeom prst="line">
            <a:avLst/>
          </a:prstGeom>
          <a:ln w="19050">
            <a:solidFill>
              <a:srgbClr val="E6E5E3"/>
            </a:solidFill>
          </a:ln>
        </p:spPr>
      </p:cxnSp>
      <p:cxnSp>
        <p:nvCxnSpPr>
          <p:cNvPr id="6" name="Timeline progress"/>
          <p:cNvCxnSpPr/>
          <p:nvPr/>
        </p:nvCxnSpPr>
        <p:spPr>
          <a:xfrm>
            <a:off x="1428750" y="3733799"/>
            <a:ext cx="2333624" cy="0"/>
          </a:xfrm>
          <a:prstGeom prst="line">
            <a:avLst/>
          </a:prstGeom>
          <a:ln w="19050">
            <a:solidFill>
              <a:srgbClr val="2783DE"/>
            </a:solidFill>
          </a:ln>
        </p:spPr>
      </p:cxnSp>
      <p:sp>
        <p:nvSpPr>
          <p:cNvPr id="7" name="Timeline marker 1"/>
          <p:cNvSpPr/>
          <p:nvPr/>
        </p:nvSpPr>
        <p:spPr>
          <a:xfrm>
            <a:off x="1304925" y="3609975"/>
            <a:ext cx="247649" cy="247649"/>
          </a:xfrm>
          <a:prstGeom prst="ellipse">
            <a:avLst/>
          </a:prstGeom>
          <a:solidFill>
            <a:srgbClr val="2783DE"/>
          </a:solidFill>
          <a:ln w="19050">
            <a:solidFill>
              <a:srgbClr val="2783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25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75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Core rules and integrations</a:t>
            </a:r>
          </a:p>
        </p:txBody>
      </p:sp>
      <p:sp>
        <p:nvSpPr>
          <p:cNvPr id="10" name="Timeline marker 2"/>
          <p:cNvSpPr/>
          <p:nvPr/>
        </p:nvSpPr>
        <p:spPr>
          <a:xfrm>
            <a:off x="3638550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9875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Normalization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9375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Finding schema</a:t>
            </a:r>
          </a:p>
        </p:txBody>
      </p:sp>
      <p:sp>
        <p:nvSpPr>
          <p:cNvPr id="13" name="Timeline marker 3"/>
          <p:cNvSpPr/>
          <p:nvPr/>
        </p:nvSpPr>
        <p:spPr>
          <a:xfrm>
            <a:off x="5972175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350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HTML and JSON</a:t>
            </a:r>
          </a:p>
        </p:txBody>
      </p:sp>
      <p:sp>
        <p:nvSpPr>
          <p:cNvPr id="16" name="Timeline marker 4"/>
          <p:cNvSpPr/>
          <p:nvPr/>
        </p:nvSpPr>
        <p:spPr>
          <a:xfrm>
            <a:off x="8305800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7125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Remediation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6625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Controlled patch previews</a:t>
            </a:r>
          </a:p>
        </p:txBody>
      </p:sp>
      <p:sp>
        <p:nvSpPr>
          <p:cNvPr id="19" name="Timeline marker 5"/>
          <p:cNvSpPr/>
          <p:nvPr/>
        </p:nvSpPr>
        <p:spPr>
          <a:xfrm>
            <a:off x="10639425" y="3609975"/>
            <a:ext cx="247649" cy="24764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D7A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0750" y="31051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2C2C2B"/>
                </a:solidFill>
                <a:latin typeface="Arial"/>
              </a:rPr>
              <a:t>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0" y="3962399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7D7A75"/>
                </a:solidFill>
                <a:latin typeface="Arial"/>
              </a:rPr>
              <a:t>Email, artifact, and polish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SUBMISSION POSITION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Why ActionGuard stands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526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1336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u="none">
                <a:solidFill>
                  <a:srgbClr val="2C2C2B"/>
                </a:solidFill>
                <a:latin typeface="Arial"/>
              </a:rPr>
              <a:t>Extends zizmor instead of rebuilding proven CI/CD rules.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6670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527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Adds practical defenses for AI-agent workflow injection.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4861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5800" y="379094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719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Turns findings into safe, reviewable remediation evidence.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3053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85800" y="46101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910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Runs locally and in GitHub Actions without paid APIs or cloud hosting.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Notion Artifact Export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  <DocSecurity>0</DocSecurit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ActionGuard-AutoAudit</dc:title>
  <dc:subject/>
  <dc:creator>Notion AI</dc:creator>
  <cp:keywords/>
  <dc:description>generated using python-pptx</dc:description>
  <cp:lastModifiedBy>Notion AI</cp:lastModifiedBy>
  <cp:revision>1</cp:revision>
  <dcterms:created xsi:type="dcterms:W3CDTF">2026-07-17T18:56:05Z</dcterms:created>
  <dcterms:modified xsi:type="dcterms:W3CDTF">2026-07-17T18:56:05Z</dcterms:modified>
  <cp:category/>
</cp:coreProperties>
</file>